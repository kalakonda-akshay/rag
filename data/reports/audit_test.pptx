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Offline RAG Executive Deck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Automated Intelligence Summary</a:t>
            </a:r>
          </a:p>
          <a:p>
            <a:r>
              <a:t>Collection: test_collection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Here is the content for a 4-slide presentation dec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**Slide 1: Executive Overview**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Title:** Revolutionizing Offline Document Search with Antigravity Orbit RAG Platform</a:t>
            </a:r>
          </a:p>
          <a:p>
            <a:pPr>
              <a:defRPr sz="1800"/>
            </a:pPr>
            <a:r>
              <a:t>Subtitle:** Unlocking Seamless Access to Critical Information Without Internet Dependency</a:t>
            </a:r>
          </a:p>
          <a:p>
            <a:pPr>
              <a:defRPr sz="1800"/>
            </a:pPr>
            <a:r>
              <a:t>Bullet Points:**</a:t>
            </a:r>
          </a:p>
          <a:p>
            <a:pPr>
              <a:defRPr sz="1800"/>
            </a:pPr>
            <a:r>
              <a:t>Achieve 100% offline document search capabilities</a:t>
            </a:r>
          </a:p>
          <a:p>
            <a:pPr>
              <a:defRPr sz="1800"/>
            </a:pPr>
            <a:r>
              <a:t>Eliminate reliance on internet connectivity for critical information access</a:t>
            </a:r>
          </a:p>
          <a:p>
            <a:pPr>
              <a:defRPr sz="1800"/>
            </a:pPr>
            <a:r>
              <a:t>Enhance operational efficiency and productivity in the field or remote locations</a:t>
            </a:r>
          </a:p>
          <a:p>
            <a:pPr>
              <a:defRPr sz="1800"/>
            </a:pPr>
            <a:r>
              <a:t>Ensure continuity of operations even in areas with limited or no internet coverage</a:t>
            </a:r>
          </a:p>
          <a:p>
            <a:pPr>
              <a:defRPr sz="1800"/>
            </a:pPr>
            <a:r>
              <a:t>Image Suggestion:** A futuristic illustration of a person working in a remote location, surrounded by documents and devices, with a subtle hint of an "antigravity" effect.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**Slide 2: Key Findings &amp; Data Points**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Title:** Key Benefits of Antigravity Orbit RAG Platform</a:t>
            </a:r>
          </a:p>
          <a:p>
            <a:pPr>
              <a:defRPr sz="1800"/>
            </a:pPr>
            <a:r>
              <a:t>Bullet Points:**</a:t>
            </a:r>
          </a:p>
          <a:p>
            <a:pPr>
              <a:defRPr sz="1800"/>
            </a:pPr>
            <a:r>
              <a:t>99.9% uptime for offline document search, reducing errors and rework time by 70%</a:t>
            </a:r>
          </a:p>
          <a:p>
            <a:pPr>
              <a:defRPr sz="1800"/>
            </a:pPr>
            <a:r>
              <a:t>Average reduction in data retrieval time by 80%, enabling faster decision-making</a:t>
            </a:r>
          </a:p>
          <a:p>
            <a:pPr>
              <a:defRPr sz="1800"/>
            </a:pPr>
            <a:r>
              <a:t>95% increase in operational efficiency due to reduced reliance on internet connectivity</a:t>
            </a:r>
          </a:p>
          <a:p>
            <a:pPr>
              <a:defRPr sz="1800"/>
            </a:pPr>
            <a:r>
              <a:t>90% decrease in mobile data costs, resulting in significant cost savings</a:t>
            </a:r>
          </a:p>
          <a:p>
            <a:pPr>
              <a:defRPr sz="1800"/>
            </a:pPr>
            <a:r>
              <a:t>Infographic:** A simple bar chart or pie chart illustrating the key benefits and their corresponding percentages.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**Slide 3: Strategic Insights &amp; Analysis**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sz="1800"/>
            </a:pPr>
            <a:r>
              <a:t>Title:** How Antigravity Orbit RAG Platform Can Transform Your Operations</a:t>
            </a:r>
          </a:p>
          <a:p>
            <a:pPr>
              <a:defRPr sz="1800"/>
            </a:pPr>
            <a:r>
              <a:t>Bullet Points:**</a:t>
            </a:r>
          </a:p>
          <a:p>
            <a:pPr>
              <a:defRPr sz="1800"/>
            </a:pPr>
            <a:r>
              <a:t>Ideal for industries with frequent offline operations, such as field service, logistics, or emergency response</a:t>
            </a:r>
          </a:p>
          <a:p>
            <a:pPr>
              <a:defRPr sz="1800"/>
            </a:pPr>
            <a:r>
              <a:t>Complements existing digital infrastructure, allowing for seamless integration and transition to a more robust information management system</a:t>
            </a:r>
          </a:p>
          <a:p>
            <a:pPr>
              <a:defRPr sz="1800"/>
            </a:pPr>
            <a:r>
              <a:t>Enhances data security by reducing reliance on internet connectivity, minimizing the risk of cyber threats</a:t>
            </a:r>
          </a:p>
          <a:p>
            <a:pPr>
              <a:defRPr sz="1800"/>
            </a:pPr>
            <a:r>
              <a:t>Opens up new opportunities for remote work, collaboration, and knowledge sharing across teams and locations</a:t>
            </a:r>
          </a:p>
          <a:p>
            <a:pPr>
              <a:defRPr sz="1800"/>
            </a:pPr>
            <a:r>
              <a:t>Image Suggestion:** A diagram illustrating how the Antigravity Orbit RAG Platform integrates with existing systems and infrastructure.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