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Offline RAG Executive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Intelligence Summary</a:t>
            </a:r>
          </a:p>
          <a:p>
            <a:r>
              <a:t>Collection: test_collection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1: Executive Overview**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"Revolutionizing Document Search with Antigravity Orbit RAG Platform"</a:t>
            </a:r>
          </a:p>
          <a:p>
            <a:pPr>
              <a:defRPr sz="1800"/>
            </a:pPr>
            <a:r>
              <a:t>Subtitle: "Unlocking Seamless Offline Access to Critical Documents"</a:t>
            </a:r>
          </a:p>
          <a:p>
            <a:pPr>
              <a:defRPr sz="1800"/>
            </a:pPr>
            <a:r>
              <a:t>Bullet points:</a:t>
            </a:r>
          </a:p>
          <a:p>
            <a:pPr>
              <a:defRPr sz="1800"/>
            </a:pPr>
            <a:r>
              <a:t>+ Enables 100% offline document search</a:t>
            </a:r>
          </a:p>
          <a:p>
            <a:pPr>
              <a:defRPr sz="1800"/>
            </a:pPr>
            <a:r>
              <a:t>+ Enhances productivity and efficiency in remote work environments</a:t>
            </a:r>
          </a:p>
          <a:p>
            <a:pPr>
              <a:defRPr sz="1800"/>
            </a:pPr>
            <a:r>
              <a:t>+ Provides a competitive edge in industries reliant on document access</a:t>
            </a:r>
          </a:p>
          <a:p>
            <a:pPr>
              <a:defRPr sz="1800"/>
            </a:pPr>
            <a:r>
              <a:t>Image suggestion: A futuristic illustration of people working remotely with laptops and tablets, surrounded by floating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2: Key Findings &amp; Data Points**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"The Power of Antigravity Orbit RAG Platform"</a:t>
            </a:r>
          </a:p>
          <a:p>
            <a:pPr>
              <a:defRPr sz="1800"/>
            </a:pPr>
            <a:r>
              <a:t>Bullet points:</a:t>
            </a:r>
          </a:p>
          <a:p>
            <a:pPr>
              <a:defRPr sz="1800"/>
            </a:pPr>
            <a:r>
              <a:t>+ Average remote worker spends 20% more time searching for documents</a:t>
            </a:r>
          </a:p>
          <a:p>
            <a:pPr>
              <a:defRPr sz="1800"/>
            </a:pPr>
            <a:r>
              <a:t>+ Offline document search reduces data center visits by up to 30%</a:t>
            </a:r>
          </a:p>
          <a:p>
            <a:pPr>
              <a:defRPr sz="1800"/>
            </a:pPr>
            <a:r>
              <a:t>+ 90% of organizations experience improved collaboration and communication due to seamless document access</a:t>
            </a:r>
          </a:p>
          <a:p>
            <a:pPr>
              <a:defRPr sz="1800"/>
            </a:pPr>
            <a:r>
              <a:t>Data points table:</a:t>
            </a:r>
          </a:p>
          <a:p>
            <a:pPr>
              <a:defRPr sz="1800"/>
            </a:pPr>
            <a:r>
              <a:t>| Industry | % Increase in Productivity |</a:t>
            </a:r>
          </a:p>
          <a:p>
            <a:pPr>
              <a:defRPr sz="1800"/>
            </a:pPr>
            <a:r>
              <a:t>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| Finance | 25% |</a:t>
            </a:r>
          </a:p>
          <a:p>
            <a:pPr>
              <a:defRPr sz="1800"/>
            </a:pPr>
            <a:r>
              <a:t>| Healthcare | 20% |</a:t>
            </a:r>
          </a:p>
          <a:p>
            <a:pPr>
              <a:defRPr sz="1800"/>
            </a:pPr>
            <a:r>
              <a:t>| Education | 18% |</a:t>
            </a:r>
          </a:p>
          <a:p>
            <a:pPr>
              <a:defRPr sz="1800"/>
            </a:pPr>
            <a:r>
              <a:t>Image suggestion: A graph or chart illustrating the increase in productivity across different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