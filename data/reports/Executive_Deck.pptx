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Offline RAG Executive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Intelligence Summary</a:t>
            </a:r>
          </a:p>
          <a:p>
            <a:r>
              <a:t>Collection: documents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1: Executive Overview**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Title: "Amrita School of Computing Student Participation in HackIndia Spark-11"</a:t>
            </a:r>
          </a:p>
          <a:p>
            <a:pPr>
              <a:defRPr sz="1800"/>
            </a:pPr>
            <a:r>
              <a:t>Subtitle: "Parental Undertaking and Event Details"</a:t>
            </a:r>
          </a:p>
          <a:p>
            <a:pPr>
              <a:defRPr sz="1800"/>
            </a:pPr>
            <a:r>
              <a:t>Image: A logo or image related to the event (e.g. HackIndia Spark-11 logo)</a:t>
            </a:r>
          </a:p>
          <a:p>
            <a:pPr>
              <a:defRPr sz="1800"/>
            </a:pPr>
            <a:r>
              <a:t>Text:</a:t>
            </a:r>
          </a:p>
          <a:p>
            <a:pPr>
              <a:defRPr sz="1800"/>
            </a:pPr>
            <a:r>
              <a:t>"Amrita School of Computing student, Kothapalli Siddhartha, will be participating in HackIndia Spark-11 on July 8th, 2026, at Chaitanya Bharathi Institute of Technology, Hyderabad.</a:t>
            </a:r>
          </a:p>
          <a:p>
            <a:pPr>
              <a:defRPr sz="1800"/>
            </a:pPr>
            <a:r>
              <a:t>The event is scheduled to take place on [Date] and we are pleased to have our student involved."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2: Key Findings &amp; Data Points**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Title: "Event Details"</a:t>
            </a:r>
          </a:p>
          <a:p>
            <a:pPr>
              <a:defRPr sz="1800"/>
            </a:pPr>
            <a:r>
              <a:t>Bullet points:</a:t>
            </a:r>
          </a:p>
          <a:p>
            <a:pPr>
              <a:defRPr sz="1800"/>
            </a:pPr>
            <a:r>
              <a:t>Event Name: HackIndia Spark-11</a:t>
            </a:r>
          </a:p>
          <a:p>
            <a:pPr>
              <a:defRPr sz="1800"/>
            </a:pPr>
            <a:r>
              <a:t>Date: July 8th, 2026</a:t>
            </a:r>
          </a:p>
          <a:p>
            <a:pPr>
              <a:defRPr sz="1800"/>
            </a:pPr>
            <a:r>
              <a:t>Time: [Insert time]</a:t>
            </a:r>
          </a:p>
          <a:p>
            <a:pPr>
              <a:defRPr sz="1800"/>
            </a:pPr>
            <a:r>
              <a:t>Location: Chaitanya Bharathi Institute of Technology, Hyderabad</a:t>
            </a:r>
          </a:p>
          <a:p>
            <a:pPr>
              <a:defRPr sz="1800"/>
            </a:pPr>
            <a:r>
              <a:t>Student Details: Kothapalli Siddhartha (NC.SC.U4CSE25026)</a:t>
            </a:r>
          </a:p>
          <a:p>
            <a:pPr>
              <a:defRPr sz="1800"/>
            </a:pPr>
            <a:r>
              <a:t>Image: A simple diagram or infographic highlighting the key details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3: Strategic Insights &amp; Analysis**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Title: "Risks and Mitigation"</a:t>
            </a:r>
          </a:p>
          <a:p>
            <a:pPr>
              <a:defRPr sz="1800"/>
            </a:pPr>
            <a:r>
              <a:t>Bullet points:</a:t>
            </a:r>
          </a:p>
          <a:p>
            <a:pPr>
              <a:defRPr sz="1800"/>
            </a:pPr>
            <a:r>
              <a:t>Risks associated with student participation in events outside of school premises</a:t>
            </a:r>
          </a:p>
          <a:p>
            <a:pPr>
              <a:defRPr sz="1800"/>
            </a:pPr>
            <a:r>
              <a:t>Measures taken to mitigate risks, including parental consent and event venue safety protocols</a:t>
            </a:r>
          </a:p>
          <a:p>
            <a:pPr>
              <a:defRPr sz="1800"/>
            </a:pPr>
            <a:r>
              <a:t>Importance of student supervision and monitoring during the event</a:t>
            </a:r>
          </a:p>
          <a:p>
            <a:pPr>
              <a:defRPr sz="1800"/>
            </a:pPr>
            <a:r>
              <a:t>Image: A simple diagram or infographic highlighting the strategic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4: Recommendations &amp; Next Steps**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Title: "Next Steps"</a:t>
            </a:r>
          </a:p>
          <a:p>
            <a:pPr>
              <a:defRPr sz="1800"/>
            </a:pPr>
            <a:r>
              <a:t>Text:</a:t>
            </a:r>
          </a:p>
          <a:p>
            <a:pPr>
              <a:defRPr sz="1800"/>
            </a:pPr>
            <a:r>
              <a:t>"We recommend that Amrita School of Computing continues to support student participation in events like HackIndia Spark-11.</a:t>
            </a:r>
          </a:p>
          <a:p>
            <a:pPr>
              <a:defRPr sz="1800"/>
            </a:pPr>
            <a:r>
              <a:t>To ensure a safe and successful experience for our students, we suggest regular communication with event organizers and parents/guardians.</a:t>
            </a:r>
          </a:p>
          <a:p>
            <a:pPr>
              <a:defRPr sz="1800"/>
            </a:pPr>
            <a:r>
              <a:t>Let's work together to provide a valuable learning opportunity for our students while ensuring their safety and well-being."</a:t>
            </a:r>
          </a:p>
          <a:p>
            <a:pPr>
              <a:defRPr sz="1800"/>
            </a:pPr>
            <a:r>
              <a:t>Note: The content should be tailored to the specific context of the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