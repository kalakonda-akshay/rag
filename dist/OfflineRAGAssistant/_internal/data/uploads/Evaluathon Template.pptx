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8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9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6600"/>
    <a:srgbClr val="A412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24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BB1727-DBBE-485B-9F7E-7A6C4A212443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1449F-800B-4B5C-8230-EB5F10027F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564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FB968-E39E-8AE8-1836-618027CA1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19C5B5-59B3-7FA1-0D78-4420F1A1F8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55066-8A53-157A-CDEB-036851E9D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37B8A-E168-4FFC-8E51-544D13EF257F}" type="datetime1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E2507-B6DB-70C7-6C22-7BB1E2EE6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A1F3B-B28C-65B0-46E9-76ABA8E2C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7124-F9A8-4C4C-8347-73B464BFB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691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CF6EF-B775-9013-EB2F-C1C51B25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ED274-E610-90EE-367E-7DA3E8EB0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00FB9-7C8F-8D4E-2DC6-4CE6ECE1A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9B9A4-19F6-4CB9-91CD-58664E514FEC}" type="datetime1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E0AD0-12C1-B4DB-7E56-361790C58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D8F3D-C828-2739-1614-93EBF28D5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7124-F9A8-4C4C-8347-73B464BFB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58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B7A50-85C7-FF9D-FEBF-13B6B9297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1BF6A-4487-A534-9CE8-F8FEAABE5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24C61-FAD7-22D7-40D4-59BC943A1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2E6F-2AA4-41E0-8EB6-93E1D3CBBEEE}" type="datetime1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A1E27-B6F0-42B4-4526-BED797386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C8FD9-99FC-0B7B-FBCD-F13E15020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7124-F9A8-4C4C-8347-73B464BFB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63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5F55E-95D3-A954-79C7-4EE1B25A3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94A43-F59B-46C4-7425-A53910F7EF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75EED-67C1-6803-FD4D-E702A3774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CCFF6-7B51-1862-432E-02233B28D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0FAA-DBBE-4031-9195-CDBA3D1201BA}" type="datetime1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164F4-7072-C9E8-10BE-6271B864A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CC3E41-5B8B-B5DD-33C9-DE131B09E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7124-F9A8-4C4C-8347-73B464BFB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868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0BA40-4A70-A11B-7E24-5493A3CE0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6C71E-6F18-1473-A8E6-BB36BDA0C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62F9A-36D5-4885-3043-F54630879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EDB41C-94D8-1755-6860-DD4FF89902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D867B3-8A9D-D5A2-77E6-24CC4BCE5A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41A27D-D8DC-16B8-323F-6D0F3DF52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F3F-E0F9-4BA9-98A9-2449D5639AEB}" type="datetime1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3FEB6F-BE53-36BA-BD8F-FF23BBA7E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A32664-96CF-67BE-022B-0D6FE7810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7124-F9A8-4C4C-8347-73B464BFB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16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CF5FC-B9AD-99DC-6E94-38EC46A25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45E130-96C7-0D36-B424-92EE5F9D6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56F89-C4DF-4B92-A486-3B8A7E3BB3CD}" type="datetime1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C7A9F6-3A97-065F-8623-8205FF119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990988-7848-30B4-B130-DE637132F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7124-F9A8-4C4C-8347-73B464BFB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439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3567B3-704A-CF10-A433-3174B401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4F7B2-2070-426B-A454-2C32925280DD}" type="datetime1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282401-6690-3718-60E8-D61B26092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D56A5-B661-9A96-D0D9-ECC004A2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7124-F9A8-4C4C-8347-73B464BFB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4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2AF69-246B-F70C-4F55-8A7B70DBF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CCAD1-C8E9-EF3F-A202-A24EAD02B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EF9CC-0015-880A-6E68-B36D06E37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31F98-F946-3FBC-E61F-DA222FE42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4638-1070-46B7-9AE8-39ED252A9158}" type="datetime1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C2F30F-B55A-A448-FF2E-3B44C64B7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525AF-D0B0-91D4-020E-987AC6329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7124-F9A8-4C4C-8347-73B464BFB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538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DC216-E029-3162-8850-639FCB96A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A955FA-7AB7-939A-5603-4C58ACC4E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CDE4B-C088-FAE3-05CD-0EA0D162E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259AF-0E09-79C8-7DB8-76F826871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54833-C1CA-4B98-AD34-85849D170160}" type="datetime1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A43B9-0BD7-4A67-1A98-8C8165B69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8547C-CB6E-78B1-A671-713005F18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7124-F9A8-4C4C-8347-73B464BFB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273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036F5-9995-C777-6B4F-054309A3F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31617D-A5C1-ED15-936E-60C92D498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D0A75-F858-C341-3044-E026DD825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BDCD-0F56-437F-B0E3-64DE8E5D6131}" type="datetime1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84AE4-2F0D-B270-DF31-9D2C8AA84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6F87E-B163-459C-B907-0797A243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7124-F9A8-4C4C-8347-73B464BFB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AE5B38-4B78-4AF8-6E94-2FFA045EA8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951F9-1C4E-6E3F-C625-A9B582459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B7809-8EF8-FAF3-5273-EFDD28EF7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AE2B1-BB15-436B-9BF8-67FF71D4FED5}" type="datetime1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E3DD2-F85B-30B7-51C3-F1C95597C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07A77-E0F3-C840-FFD2-AD7807CB6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7124-F9A8-4C4C-8347-73B464BFB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02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DC0B8A-A60F-C02E-C109-01B7CC51F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B42B5-A892-F0CE-3652-DF5CA024B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C376C-E297-223E-E8F0-9948963C9A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B029E7-35D7-4701-83B1-714FF8F13775}" type="datetime1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612BC-B815-4976-BEC6-899C5FDB9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0D443-9594-2089-574C-87C323BC9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CA7124-F9A8-4C4C-8347-73B464BFB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56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svg"/><Relationship Id="rId7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svg"/><Relationship Id="rId7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svg"/><Relationship Id="rId7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svg"/><Relationship Id="rId7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svg"/><Relationship Id="rId7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svg"/><Relationship Id="rId7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svg"/><Relationship Id="rId7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7D8CB03-3986-432B-9603-DC06DFFF0302}"/>
              </a:ext>
            </a:extLst>
          </p:cNvPr>
          <p:cNvSpPr/>
          <p:nvPr/>
        </p:nvSpPr>
        <p:spPr>
          <a:xfrm>
            <a:off x="724279" y="1540771"/>
            <a:ext cx="4814075" cy="62046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 b="1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00A046D-E315-4BAF-9386-E6E55D2D438E}"/>
              </a:ext>
            </a:extLst>
          </p:cNvPr>
          <p:cNvSpPr/>
          <p:nvPr/>
        </p:nvSpPr>
        <p:spPr>
          <a:xfrm>
            <a:off x="983598" y="335661"/>
            <a:ext cx="3319519" cy="62046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 b="1" dirty="0">
              <a:solidFill>
                <a:schemeClr val="tx1"/>
              </a:solidFill>
            </a:endParaRPr>
          </a:p>
        </p:txBody>
      </p:sp>
      <p:sp>
        <p:nvSpPr>
          <p:cNvPr id="5" name="AutoShape 5"/>
          <p:cNvSpPr/>
          <p:nvPr/>
        </p:nvSpPr>
        <p:spPr>
          <a:xfrm flipV="1">
            <a:off x="1004405" y="3724074"/>
            <a:ext cx="287930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200" dirty="0"/>
          </a:p>
        </p:txBody>
      </p:sp>
      <p:grpSp>
        <p:nvGrpSpPr>
          <p:cNvPr id="6" name="Group 6"/>
          <p:cNvGrpSpPr/>
          <p:nvPr/>
        </p:nvGrpSpPr>
        <p:grpSpPr>
          <a:xfrm>
            <a:off x="380194" y="456387"/>
            <a:ext cx="400195" cy="40019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600"/>
            </a:solidFill>
            <a:ln>
              <a:solidFill>
                <a:schemeClr val="accent2"/>
              </a:solidFill>
            </a:ln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ln>
              <a:solidFill>
                <a:srgbClr val="FF3300"/>
              </a:solidFill>
            </a:ln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12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7914552" y="999004"/>
            <a:ext cx="541767" cy="541767"/>
          </a:xfrm>
          <a:custGeom>
            <a:avLst/>
            <a:gdLst/>
            <a:ahLst/>
            <a:cxnLst/>
            <a:rect l="l" t="t" r="r" b="b"/>
            <a:pathLst>
              <a:path w="812650" h="812650">
                <a:moveTo>
                  <a:pt x="0" y="0"/>
                </a:moveTo>
                <a:lnTo>
                  <a:pt x="812650" y="0"/>
                </a:lnTo>
                <a:lnTo>
                  <a:pt x="812650" y="812650"/>
                </a:lnTo>
                <a:lnTo>
                  <a:pt x="0" y="8126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sp>
        <p:nvSpPr>
          <p:cNvPr id="14" name="TextBox 14"/>
          <p:cNvSpPr txBox="1"/>
          <p:nvPr/>
        </p:nvSpPr>
        <p:spPr>
          <a:xfrm>
            <a:off x="962721" y="2944890"/>
            <a:ext cx="5756197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34"/>
              </a:lnSpc>
            </a:pPr>
            <a:r>
              <a:rPr lang="en-US" sz="4534" dirty="0">
                <a:solidFill>
                  <a:srgbClr val="FF33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PROJECT TITLE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2720" y="1739779"/>
            <a:ext cx="1988297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sz="2000" b="1" dirty="0">
                <a:solidFill>
                  <a:schemeClr val="bg1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TEAM NAME: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4405" y="5069111"/>
            <a:ext cx="1786635" cy="281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26"/>
              </a:lnSpc>
            </a:pPr>
            <a:r>
              <a:rPr lang="en-US" sz="1733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Team Members: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02529" y="5413751"/>
            <a:ext cx="1463557" cy="281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26"/>
              </a:lnSpc>
            </a:pPr>
            <a:r>
              <a:rPr lang="en-US" sz="1733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XXXXX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5053" y="534670"/>
            <a:ext cx="3319519" cy="258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</a:pPr>
            <a:r>
              <a:rPr lang="en-US" sz="1600" b="1" dirty="0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EVALUATHON - 2K26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8177" y="4635038"/>
            <a:ext cx="1786635" cy="281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26"/>
              </a:lnSpc>
            </a:pPr>
            <a:r>
              <a:rPr lang="en-US" sz="1733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Team  ID 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8927" y="4154829"/>
            <a:ext cx="3460167" cy="281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26"/>
              </a:lnSpc>
            </a:pPr>
            <a:r>
              <a:rPr lang="en-US" sz="1733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Category: Hardware/Software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FE159A7-F5B4-4FEA-A327-D67B881760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8158" y="165743"/>
            <a:ext cx="996130" cy="9961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F894B-57F8-5E9E-1303-22DEF3DEE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mrita Vishwa Vidyapeetham">
            <a:extLst>
              <a:ext uri="{FF2B5EF4-FFF2-40B4-BE49-F238E27FC236}">
                <a16:creationId xmlns:a16="http://schemas.microsoft.com/office/drawing/2014/main" id="{4C151D26-2FEE-A3FF-6125-8C10423CDB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210" y="232902"/>
            <a:ext cx="2170988" cy="740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92FE38-F30B-7629-6671-1397AE0950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68" t="25176" r="22903" b="29189"/>
          <a:stretch>
            <a:fillRect/>
          </a:stretch>
        </p:blipFill>
        <p:spPr>
          <a:xfrm>
            <a:off x="2487561" y="232902"/>
            <a:ext cx="1175812" cy="7404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2C3F63-B826-4E3A-8694-AFDA6602F9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4660" y="126615"/>
            <a:ext cx="996130" cy="9961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049144-69E6-FEC8-479A-3D277BF06BD9}"/>
              </a:ext>
            </a:extLst>
          </p:cNvPr>
          <p:cNvSpPr txBox="1"/>
          <p:nvPr/>
        </p:nvSpPr>
        <p:spPr>
          <a:xfrm>
            <a:off x="3547626" y="1574294"/>
            <a:ext cx="60940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Problem Statement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E7BDC71-7379-6AB1-5CDA-BD1E750B7D2F}"/>
              </a:ext>
            </a:extLst>
          </p:cNvPr>
          <p:cNvSpPr/>
          <p:nvPr/>
        </p:nvSpPr>
        <p:spPr>
          <a:xfrm>
            <a:off x="1661179" y="2677359"/>
            <a:ext cx="8869642" cy="3283603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 b="1" dirty="0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0EB48E-199A-418B-8DA7-6A552A67C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04465-A1FB-4AA5-87A1-989715252626}" type="datetime1">
              <a:rPr lang="en-US" smtClean="0"/>
              <a:t>7/7/2026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54EC86-C320-42A7-B9EC-D4FA4C424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7124-F9A8-4C4C-8347-73B464BFB200}" type="slidenum">
              <a:rPr lang="en-US" smtClean="0"/>
              <a:t>2</a:t>
            </a:fld>
            <a:r>
              <a:rPr lang="en-US" dirty="0"/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1502968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F0558-D7B1-54CC-F4B7-CC7AAD28E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mrita Vishwa Vidyapeetham">
            <a:extLst>
              <a:ext uri="{FF2B5EF4-FFF2-40B4-BE49-F238E27FC236}">
                <a16:creationId xmlns:a16="http://schemas.microsoft.com/office/drawing/2014/main" id="{D49C06B3-8BFA-0440-3302-7155F423D2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210" y="232902"/>
            <a:ext cx="2170988" cy="740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61DF48-CAC3-F040-2E28-5CC00B584A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68" t="25176" r="22903" b="29189"/>
          <a:stretch>
            <a:fillRect/>
          </a:stretch>
        </p:blipFill>
        <p:spPr>
          <a:xfrm>
            <a:off x="2487561" y="232902"/>
            <a:ext cx="1175812" cy="7404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D94998-B4DE-803E-400B-470D542FC6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4660" y="95443"/>
            <a:ext cx="996130" cy="9961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8AD8F5-9819-CE78-65EF-5BBD6CFB7937}"/>
              </a:ext>
            </a:extLst>
          </p:cNvPr>
          <p:cNvSpPr txBox="1"/>
          <p:nvPr/>
        </p:nvSpPr>
        <p:spPr>
          <a:xfrm>
            <a:off x="231210" y="881440"/>
            <a:ext cx="2743201" cy="1015663"/>
          </a:xfrm>
          <a:prstGeom prst="rect">
            <a:avLst/>
          </a:prstGeom>
          <a:noFill/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Abstract</a:t>
            </a:r>
            <a:r>
              <a:rPr lang="en-US" sz="6000" b="1" dirty="0"/>
              <a:t> 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9C910D6-1AB1-41F6-9390-DFDFD6475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BA58C8-425A-44F3-AD49-224C128A8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3AA6C-032A-4736-A021-944DF69DFC86}" type="datetime1">
              <a:rPr lang="en-US" smtClean="0"/>
              <a:t>7/7/2026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1EEDD9-A1E5-4C05-86D6-980881750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7124-F9A8-4C4C-8347-73B464BFB200}" type="slidenum">
              <a:rPr lang="en-US" smtClean="0"/>
              <a:t>3</a:t>
            </a:fld>
            <a:r>
              <a:rPr lang="en-US" dirty="0"/>
              <a:t>/10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AC81C4E9-E685-4DF0-939F-DFFEEB26CB80}"/>
              </a:ext>
            </a:extLst>
          </p:cNvPr>
          <p:cNvSpPr/>
          <p:nvPr/>
        </p:nvSpPr>
        <p:spPr>
          <a:xfrm>
            <a:off x="-2323292" y="2559744"/>
            <a:ext cx="3386405" cy="3133964"/>
          </a:xfrm>
          <a:custGeom>
            <a:avLst/>
            <a:gdLst/>
            <a:ahLst/>
            <a:cxnLst/>
            <a:rect l="l" t="t" r="r" b="b"/>
            <a:pathLst>
              <a:path w="3386405" h="3133964">
                <a:moveTo>
                  <a:pt x="0" y="0"/>
                </a:moveTo>
                <a:lnTo>
                  <a:pt x="3386405" y="0"/>
                </a:lnTo>
                <a:lnTo>
                  <a:pt x="3386405" y="3133963"/>
                </a:lnTo>
                <a:lnTo>
                  <a:pt x="0" y="31339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A3DBD329-DB1B-46AB-85C0-E68D5972C4C0}"/>
              </a:ext>
            </a:extLst>
          </p:cNvPr>
          <p:cNvSpPr/>
          <p:nvPr/>
        </p:nvSpPr>
        <p:spPr>
          <a:xfrm>
            <a:off x="9417499" y="1091573"/>
            <a:ext cx="812650" cy="812650"/>
          </a:xfrm>
          <a:custGeom>
            <a:avLst/>
            <a:gdLst/>
            <a:ahLst/>
            <a:cxnLst/>
            <a:rect l="l" t="t" r="r" b="b"/>
            <a:pathLst>
              <a:path w="812650" h="812650">
                <a:moveTo>
                  <a:pt x="0" y="0"/>
                </a:moveTo>
                <a:lnTo>
                  <a:pt x="812650" y="0"/>
                </a:lnTo>
                <a:lnTo>
                  <a:pt x="812650" y="812650"/>
                </a:lnTo>
                <a:lnTo>
                  <a:pt x="0" y="8126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5E120C3B-2035-4D74-A49D-663A1CEC4664}"/>
              </a:ext>
            </a:extLst>
          </p:cNvPr>
          <p:cNvSpPr/>
          <p:nvPr/>
        </p:nvSpPr>
        <p:spPr>
          <a:xfrm rot="16200000">
            <a:off x="6841202" y="-235415"/>
            <a:ext cx="996132" cy="1720188"/>
          </a:xfrm>
          <a:custGeom>
            <a:avLst/>
            <a:gdLst/>
            <a:ahLst/>
            <a:cxnLst/>
            <a:rect l="l" t="t" r="r" b="b"/>
            <a:pathLst>
              <a:path w="435647" h="812800">
                <a:moveTo>
                  <a:pt x="93609" y="0"/>
                </a:moveTo>
                <a:lnTo>
                  <a:pt x="342038" y="0"/>
                </a:lnTo>
                <a:cubicBezTo>
                  <a:pt x="366865" y="0"/>
                  <a:pt x="390675" y="9862"/>
                  <a:pt x="408230" y="27417"/>
                </a:cubicBezTo>
                <a:cubicBezTo>
                  <a:pt x="425785" y="44973"/>
                  <a:pt x="435647" y="68782"/>
                  <a:pt x="435647" y="93609"/>
                </a:cubicBezTo>
                <a:lnTo>
                  <a:pt x="435647" y="719191"/>
                </a:lnTo>
                <a:cubicBezTo>
                  <a:pt x="435647" y="744018"/>
                  <a:pt x="425785" y="767827"/>
                  <a:pt x="408230" y="785383"/>
                </a:cubicBezTo>
                <a:cubicBezTo>
                  <a:pt x="390675" y="802938"/>
                  <a:pt x="366865" y="812800"/>
                  <a:pt x="342038" y="812800"/>
                </a:cubicBezTo>
                <a:lnTo>
                  <a:pt x="93609" y="812800"/>
                </a:lnTo>
                <a:cubicBezTo>
                  <a:pt x="68782" y="812800"/>
                  <a:pt x="44973" y="802938"/>
                  <a:pt x="27417" y="785383"/>
                </a:cubicBezTo>
                <a:cubicBezTo>
                  <a:pt x="9862" y="767827"/>
                  <a:pt x="0" y="744018"/>
                  <a:pt x="0" y="719191"/>
                </a:cubicBezTo>
                <a:lnTo>
                  <a:pt x="0" y="93609"/>
                </a:lnTo>
                <a:cubicBezTo>
                  <a:pt x="0" y="68782"/>
                  <a:pt x="9862" y="44973"/>
                  <a:pt x="27417" y="27417"/>
                </a:cubicBezTo>
                <a:cubicBezTo>
                  <a:pt x="44973" y="9862"/>
                  <a:pt x="68782" y="0"/>
                  <a:pt x="93609" y="0"/>
                </a:cubicBezTo>
                <a:close/>
              </a:path>
            </a:pathLst>
          </a:custGeom>
          <a:solidFill>
            <a:srgbClr val="FF6600"/>
          </a:solidFill>
          <a:ln cap="sq">
            <a:noFill/>
            <a:prstDash val="solid"/>
            <a:miter/>
          </a:ln>
        </p:spPr>
        <p:txBody>
          <a:bodyPr vert="vert"/>
          <a:lstStyle/>
          <a:p>
            <a:pPr algn="ctr"/>
            <a:r>
              <a:rPr lang="en-IN" sz="3200" dirty="0"/>
              <a:t>TEAM ID</a:t>
            </a:r>
          </a:p>
        </p:txBody>
      </p:sp>
    </p:spTree>
    <p:extLst>
      <p:ext uri="{BB962C8B-B14F-4D97-AF65-F5344CB8AC3E}">
        <p14:creationId xmlns:p14="http://schemas.microsoft.com/office/powerpoint/2010/main" val="909229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9F38D-E975-F665-DE6B-64FC3E11F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mrita Vishwa Vidyapeetham">
            <a:extLst>
              <a:ext uri="{FF2B5EF4-FFF2-40B4-BE49-F238E27FC236}">
                <a16:creationId xmlns:a16="http://schemas.microsoft.com/office/drawing/2014/main" id="{F4ED4572-1FB0-12F4-6EE2-69B5CC5BF6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210" y="232902"/>
            <a:ext cx="2170988" cy="740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FEBF08-66A3-3B09-AC5A-7577C1C9B0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68" t="25176" r="22903" b="29189"/>
          <a:stretch>
            <a:fillRect/>
          </a:stretch>
        </p:blipFill>
        <p:spPr>
          <a:xfrm>
            <a:off x="2487561" y="232902"/>
            <a:ext cx="1175812" cy="7404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3D881F2-7C27-E479-6C30-D61CFB3BE2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4660" y="126615"/>
            <a:ext cx="996130" cy="9961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1AC2E7-56D1-C770-56A9-DE0DAA0C3FB1}"/>
              </a:ext>
            </a:extLst>
          </p:cNvPr>
          <p:cNvSpPr txBox="1"/>
          <p:nvPr/>
        </p:nvSpPr>
        <p:spPr>
          <a:xfrm>
            <a:off x="323808" y="1122745"/>
            <a:ext cx="3614347" cy="584775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en-US" sz="3200" b="1" dirty="0"/>
              <a:t>Proposed Solution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2B3C023-918E-4105-8210-CE7D6EE25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6821BF-5B05-4C09-8A8D-FB505822B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77DD-84A9-493A-862B-CB85562981F5}" type="datetime1">
              <a:rPr lang="en-US" smtClean="0"/>
              <a:t>7/7/2026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1DB12-432B-489B-ACEF-6A5F16EDE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7124-F9A8-4C4C-8347-73B464BFB200}" type="slidenum">
              <a:rPr lang="en-US" smtClean="0"/>
              <a:t>4</a:t>
            </a:fld>
            <a:r>
              <a:rPr lang="en-US" dirty="0"/>
              <a:t>/10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724F506A-C2C9-4197-8CC5-156A01E8484A}"/>
              </a:ext>
            </a:extLst>
          </p:cNvPr>
          <p:cNvSpPr/>
          <p:nvPr/>
        </p:nvSpPr>
        <p:spPr>
          <a:xfrm>
            <a:off x="-2069701" y="2282045"/>
            <a:ext cx="3386405" cy="3133964"/>
          </a:xfrm>
          <a:custGeom>
            <a:avLst/>
            <a:gdLst/>
            <a:ahLst/>
            <a:cxnLst/>
            <a:rect l="l" t="t" r="r" b="b"/>
            <a:pathLst>
              <a:path w="3386405" h="3133964">
                <a:moveTo>
                  <a:pt x="0" y="0"/>
                </a:moveTo>
                <a:lnTo>
                  <a:pt x="3386405" y="0"/>
                </a:lnTo>
                <a:lnTo>
                  <a:pt x="3386405" y="3133963"/>
                </a:lnTo>
                <a:lnTo>
                  <a:pt x="0" y="31339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323671C7-7F74-49F4-90CC-CB38706F7CB1}"/>
              </a:ext>
            </a:extLst>
          </p:cNvPr>
          <p:cNvSpPr/>
          <p:nvPr/>
        </p:nvSpPr>
        <p:spPr>
          <a:xfrm>
            <a:off x="9169550" y="894870"/>
            <a:ext cx="812650" cy="812650"/>
          </a:xfrm>
          <a:custGeom>
            <a:avLst/>
            <a:gdLst/>
            <a:ahLst/>
            <a:cxnLst/>
            <a:rect l="l" t="t" r="r" b="b"/>
            <a:pathLst>
              <a:path w="812650" h="812650">
                <a:moveTo>
                  <a:pt x="0" y="0"/>
                </a:moveTo>
                <a:lnTo>
                  <a:pt x="812650" y="0"/>
                </a:lnTo>
                <a:lnTo>
                  <a:pt x="812650" y="812650"/>
                </a:lnTo>
                <a:lnTo>
                  <a:pt x="0" y="8126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2BA6B93E-6618-494D-B29E-68AE86740E62}"/>
              </a:ext>
            </a:extLst>
          </p:cNvPr>
          <p:cNvSpPr/>
          <p:nvPr/>
        </p:nvSpPr>
        <p:spPr>
          <a:xfrm rot="16200000">
            <a:off x="6841202" y="-235415"/>
            <a:ext cx="996132" cy="1720188"/>
          </a:xfrm>
          <a:custGeom>
            <a:avLst/>
            <a:gdLst/>
            <a:ahLst/>
            <a:cxnLst/>
            <a:rect l="l" t="t" r="r" b="b"/>
            <a:pathLst>
              <a:path w="435647" h="812800">
                <a:moveTo>
                  <a:pt x="93609" y="0"/>
                </a:moveTo>
                <a:lnTo>
                  <a:pt x="342038" y="0"/>
                </a:lnTo>
                <a:cubicBezTo>
                  <a:pt x="366865" y="0"/>
                  <a:pt x="390675" y="9862"/>
                  <a:pt x="408230" y="27417"/>
                </a:cubicBezTo>
                <a:cubicBezTo>
                  <a:pt x="425785" y="44973"/>
                  <a:pt x="435647" y="68782"/>
                  <a:pt x="435647" y="93609"/>
                </a:cubicBezTo>
                <a:lnTo>
                  <a:pt x="435647" y="719191"/>
                </a:lnTo>
                <a:cubicBezTo>
                  <a:pt x="435647" y="744018"/>
                  <a:pt x="425785" y="767827"/>
                  <a:pt x="408230" y="785383"/>
                </a:cubicBezTo>
                <a:cubicBezTo>
                  <a:pt x="390675" y="802938"/>
                  <a:pt x="366865" y="812800"/>
                  <a:pt x="342038" y="812800"/>
                </a:cubicBezTo>
                <a:lnTo>
                  <a:pt x="93609" y="812800"/>
                </a:lnTo>
                <a:cubicBezTo>
                  <a:pt x="68782" y="812800"/>
                  <a:pt x="44973" y="802938"/>
                  <a:pt x="27417" y="785383"/>
                </a:cubicBezTo>
                <a:cubicBezTo>
                  <a:pt x="9862" y="767827"/>
                  <a:pt x="0" y="744018"/>
                  <a:pt x="0" y="719191"/>
                </a:cubicBezTo>
                <a:lnTo>
                  <a:pt x="0" y="93609"/>
                </a:lnTo>
                <a:cubicBezTo>
                  <a:pt x="0" y="68782"/>
                  <a:pt x="9862" y="44973"/>
                  <a:pt x="27417" y="27417"/>
                </a:cubicBezTo>
                <a:cubicBezTo>
                  <a:pt x="44973" y="9862"/>
                  <a:pt x="68782" y="0"/>
                  <a:pt x="93609" y="0"/>
                </a:cubicBezTo>
                <a:close/>
              </a:path>
            </a:pathLst>
          </a:custGeom>
          <a:solidFill>
            <a:srgbClr val="FF6600"/>
          </a:solidFill>
          <a:ln cap="sq">
            <a:noFill/>
            <a:prstDash val="solid"/>
            <a:miter/>
          </a:ln>
        </p:spPr>
        <p:txBody>
          <a:bodyPr vert="vert"/>
          <a:lstStyle/>
          <a:p>
            <a:pPr algn="ctr"/>
            <a:r>
              <a:rPr lang="en-IN" sz="3200" dirty="0"/>
              <a:t>TEAM ID</a:t>
            </a:r>
          </a:p>
        </p:txBody>
      </p:sp>
    </p:spTree>
    <p:extLst>
      <p:ext uri="{BB962C8B-B14F-4D97-AF65-F5344CB8AC3E}">
        <p14:creationId xmlns:p14="http://schemas.microsoft.com/office/powerpoint/2010/main" val="2631916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18323-D3A8-A4DA-DDF9-8654103B0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mrita Vishwa Vidyapeetham">
            <a:extLst>
              <a:ext uri="{FF2B5EF4-FFF2-40B4-BE49-F238E27FC236}">
                <a16:creationId xmlns:a16="http://schemas.microsoft.com/office/drawing/2014/main" id="{E15DFE4F-6AD0-C1F3-96AB-D7408A93D2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210" y="232902"/>
            <a:ext cx="2170988" cy="740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A446A5-94A4-06F3-3283-008D20F376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68" t="25176" r="22903" b="29189"/>
          <a:stretch>
            <a:fillRect/>
          </a:stretch>
        </p:blipFill>
        <p:spPr>
          <a:xfrm>
            <a:off x="2487561" y="232902"/>
            <a:ext cx="1175812" cy="7404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2AD86E-EE03-5BE6-4D65-4AF4FDC4C6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4660" y="126615"/>
            <a:ext cx="996130" cy="9961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93873C-EF62-FDD4-0DD5-CA500C914562}"/>
              </a:ext>
            </a:extLst>
          </p:cNvPr>
          <p:cNvSpPr txBox="1"/>
          <p:nvPr/>
        </p:nvSpPr>
        <p:spPr>
          <a:xfrm>
            <a:off x="426402" y="1126492"/>
            <a:ext cx="4122317" cy="584775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en-US" sz="3200" b="1" dirty="0"/>
              <a:t>System Architecture</a:t>
            </a:r>
            <a:endParaRPr lang="en-US" sz="4400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FDC49F3-CD11-40B9-BD8F-7789325FB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17D069-4C26-4382-8A4A-E0A532B45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CA8D4-F14F-44E1-9209-F43B5D04292E}" type="datetime1">
              <a:rPr lang="en-US" smtClean="0"/>
              <a:t>7/7/2026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1084FC-0187-4031-971D-F199585D2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7124-F9A8-4C4C-8347-73B464BFB200}" type="slidenum">
              <a:rPr lang="en-US" smtClean="0"/>
              <a:t>5</a:t>
            </a:fld>
            <a:r>
              <a:rPr lang="en-US" dirty="0"/>
              <a:t>/10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D92474D8-43F3-41DD-92DE-35911BE78508}"/>
              </a:ext>
            </a:extLst>
          </p:cNvPr>
          <p:cNvSpPr/>
          <p:nvPr/>
        </p:nvSpPr>
        <p:spPr>
          <a:xfrm>
            <a:off x="-2069701" y="2303065"/>
            <a:ext cx="2751345" cy="2135931"/>
          </a:xfrm>
          <a:custGeom>
            <a:avLst/>
            <a:gdLst/>
            <a:ahLst/>
            <a:cxnLst/>
            <a:rect l="l" t="t" r="r" b="b"/>
            <a:pathLst>
              <a:path w="3386405" h="3133964">
                <a:moveTo>
                  <a:pt x="0" y="0"/>
                </a:moveTo>
                <a:lnTo>
                  <a:pt x="3386405" y="0"/>
                </a:lnTo>
                <a:lnTo>
                  <a:pt x="3386405" y="3133963"/>
                </a:lnTo>
                <a:lnTo>
                  <a:pt x="0" y="31339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71753BB2-E58F-4446-96F1-D4533215CE30}"/>
              </a:ext>
            </a:extLst>
          </p:cNvPr>
          <p:cNvSpPr/>
          <p:nvPr/>
        </p:nvSpPr>
        <p:spPr>
          <a:xfrm>
            <a:off x="9672989" y="898617"/>
            <a:ext cx="812650" cy="812650"/>
          </a:xfrm>
          <a:custGeom>
            <a:avLst/>
            <a:gdLst/>
            <a:ahLst/>
            <a:cxnLst/>
            <a:rect l="l" t="t" r="r" b="b"/>
            <a:pathLst>
              <a:path w="812650" h="812650">
                <a:moveTo>
                  <a:pt x="0" y="0"/>
                </a:moveTo>
                <a:lnTo>
                  <a:pt x="812650" y="0"/>
                </a:lnTo>
                <a:lnTo>
                  <a:pt x="812650" y="812650"/>
                </a:lnTo>
                <a:lnTo>
                  <a:pt x="0" y="8126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011D7A20-8D72-47E2-9F3F-6EF0419CBB49}"/>
              </a:ext>
            </a:extLst>
          </p:cNvPr>
          <p:cNvSpPr/>
          <p:nvPr/>
        </p:nvSpPr>
        <p:spPr>
          <a:xfrm rot="16200000">
            <a:off x="6841202" y="-235415"/>
            <a:ext cx="996132" cy="1720188"/>
          </a:xfrm>
          <a:custGeom>
            <a:avLst/>
            <a:gdLst/>
            <a:ahLst/>
            <a:cxnLst/>
            <a:rect l="l" t="t" r="r" b="b"/>
            <a:pathLst>
              <a:path w="435647" h="812800">
                <a:moveTo>
                  <a:pt x="93609" y="0"/>
                </a:moveTo>
                <a:lnTo>
                  <a:pt x="342038" y="0"/>
                </a:lnTo>
                <a:cubicBezTo>
                  <a:pt x="366865" y="0"/>
                  <a:pt x="390675" y="9862"/>
                  <a:pt x="408230" y="27417"/>
                </a:cubicBezTo>
                <a:cubicBezTo>
                  <a:pt x="425785" y="44973"/>
                  <a:pt x="435647" y="68782"/>
                  <a:pt x="435647" y="93609"/>
                </a:cubicBezTo>
                <a:lnTo>
                  <a:pt x="435647" y="719191"/>
                </a:lnTo>
                <a:cubicBezTo>
                  <a:pt x="435647" y="744018"/>
                  <a:pt x="425785" y="767827"/>
                  <a:pt x="408230" y="785383"/>
                </a:cubicBezTo>
                <a:cubicBezTo>
                  <a:pt x="390675" y="802938"/>
                  <a:pt x="366865" y="812800"/>
                  <a:pt x="342038" y="812800"/>
                </a:cubicBezTo>
                <a:lnTo>
                  <a:pt x="93609" y="812800"/>
                </a:lnTo>
                <a:cubicBezTo>
                  <a:pt x="68782" y="812800"/>
                  <a:pt x="44973" y="802938"/>
                  <a:pt x="27417" y="785383"/>
                </a:cubicBezTo>
                <a:cubicBezTo>
                  <a:pt x="9862" y="767827"/>
                  <a:pt x="0" y="744018"/>
                  <a:pt x="0" y="719191"/>
                </a:cubicBezTo>
                <a:lnTo>
                  <a:pt x="0" y="93609"/>
                </a:lnTo>
                <a:cubicBezTo>
                  <a:pt x="0" y="68782"/>
                  <a:pt x="9862" y="44973"/>
                  <a:pt x="27417" y="27417"/>
                </a:cubicBezTo>
                <a:cubicBezTo>
                  <a:pt x="44973" y="9862"/>
                  <a:pt x="68782" y="0"/>
                  <a:pt x="93609" y="0"/>
                </a:cubicBezTo>
                <a:close/>
              </a:path>
            </a:pathLst>
          </a:custGeom>
          <a:solidFill>
            <a:srgbClr val="FF6600"/>
          </a:solidFill>
          <a:ln cap="sq">
            <a:noFill/>
            <a:prstDash val="solid"/>
            <a:miter/>
          </a:ln>
        </p:spPr>
        <p:txBody>
          <a:bodyPr vert="vert"/>
          <a:lstStyle/>
          <a:p>
            <a:pPr algn="ctr"/>
            <a:r>
              <a:rPr lang="en-IN" sz="3200" dirty="0"/>
              <a:t>TEAM ID</a:t>
            </a:r>
          </a:p>
        </p:txBody>
      </p:sp>
    </p:spTree>
    <p:extLst>
      <p:ext uri="{BB962C8B-B14F-4D97-AF65-F5344CB8AC3E}">
        <p14:creationId xmlns:p14="http://schemas.microsoft.com/office/powerpoint/2010/main" val="1183215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BDEC4-5FC5-3E49-B75C-C86C15C31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mrita Vishwa Vidyapeetham">
            <a:extLst>
              <a:ext uri="{FF2B5EF4-FFF2-40B4-BE49-F238E27FC236}">
                <a16:creationId xmlns:a16="http://schemas.microsoft.com/office/drawing/2014/main" id="{A8B1D728-53A3-2939-5DAF-17141AEA5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210" y="232902"/>
            <a:ext cx="2170988" cy="740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D0C31A-E394-CB19-4B08-444C638860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68" t="25176" r="22903" b="29189"/>
          <a:stretch>
            <a:fillRect/>
          </a:stretch>
        </p:blipFill>
        <p:spPr>
          <a:xfrm>
            <a:off x="2487561" y="232902"/>
            <a:ext cx="1175812" cy="7404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7D2E9E-0587-03DA-C80A-27708BDFA1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4660" y="126615"/>
            <a:ext cx="996130" cy="9961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F1AC64-C62E-8B92-4889-E7B39BFEFC0A}"/>
              </a:ext>
            </a:extLst>
          </p:cNvPr>
          <p:cNvSpPr txBox="1"/>
          <p:nvPr/>
        </p:nvSpPr>
        <p:spPr>
          <a:xfrm>
            <a:off x="656241" y="1232650"/>
            <a:ext cx="2170988" cy="584775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en-US" sz="3200" b="1" dirty="0"/>
              <a:t>Tech Stack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AE82C95-76FE-4A44-84E8-294EADC08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101CF4-35D4-48FA-AD0C-EF98EA439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14258-43BA-42C2-888E-1971864CA6B3}" type="datetime1">
              <a:rPr lang="en-US" smtClean="0"/>
              <a:t>7/7/2026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E8BBBC-7FB7-4290-BFB6-4D863A7F6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7124-F9A8-4C4C-8347-73B464BFB200}" type="slidenum">
              <a:rPr lang="en-US" smtClean="0"/>
              <a:t>6</a:t>
            </a:fld>
            <a:r>
              <a:rPr lang="en-US" dirty="0"/>
              <a:t>/10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CE43DCEB-FBF0-4F1B-8386-8339056A97BD}"/>
              </a:ext>
            </a:extLst>
          </p:cNvPr>
          <p:cNvSpPr/>
          <p:nvPr/>
        </p:nvSpPr>
        <p:spPr>
          <a:xfrm>
            <a:off x="-2191449" y="2538347"/>
            <a:ext cx="3029650" cy="2066904"/>
          </a:xfrm>
          <a:custGeom>
            <a:avLst/>
            <a:gdLst/>
            <a:ahLst/>
            <a:cxnLst/>
            <a:rect l="l" t="t" r="r" b="b"/>
            <a:pathLst>
              <a:path w="3386405" h="3133964">
                <a:moveTo>
                  <a:pt x="0" y="0"/>
                </a:moveTo>
                <a:lnTo>
                  <a:pt x="3386405" y="0"/>
                </a:lnTo>
                <a:lnTo>
                  <a:pt x="3386405" y="3133963"/>
                </a:lnTo>
                <a:lnTo>
                  <a:pt x="0" y="31339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D6D0006E-4765-4966-BE52-B42ECBA25131}"/>
              </a:ext>
            </a:extLst>
          </p:cNvPr>
          <p:cNvSpPr/>
          <p:nvPr/>
        </p:nvSpPr>
        <p:spPr>
          <a:xfrm>
            <a:off x="9498670" y="716420"/>
            <a:ext cx="812650" cy="812650"/>
          </a:xfrm>
          <a:custGeom>
            <a:avLst/>
            <a:gdLst/>
            <a:ahLst/>
            <a:cxnLst/>
            <a:rect l="l" t="t" r="r" b="b"/>
            <a:pathLst>
              <a:path w="812650" h="812650">
                <a:moveTo>
                  <a:pt x="0" y="0"/>
                </a:moveTo>
                <a:lnTo>
                  <a:pt x="812650" y="0"/>
                </a:lnTo>
                <a:lnTo>
                  <a:pt x="812650" y="812650"/>
                </a:lnTo>
                <a:lnTo>
                  <a:pt x="0" y="8126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356FEC43-00B8-49DF-856A-14692E7E7330}"/>
              </a:ext>
            </a:extLst>
          </p:cNvPr>
          <p:cNvSpPr/>
          <p:nvPr/>
        </p:nvSpPr>
        <p:spPr>
          <a:xfrm rot="16200000">
            <a:off x="6841202" y="-235415"/>
            <a:ext cx="996132" cy="1720188"/>
          </a:xfrm>
          <a:custGeom>
            <a:avLst/>
            <a:gdLst/>
            <a:ahLst/>
            <a:cxnLst/>
            <a:rect l="l" t="t" r="r" b="b"/>
            <a:pathLst>
              <a:path w="435647" h="812800">
                <a:moveTo>
                  <a:pt x="93609" y="0"/>
                </a:moveTo>
                <a:lnTo>
                  <a:pt x="342038" y="0"/>
                </a:lnTo>
                <a:cubicBezTo>
                  <a:pt x="366865" y="0"/>
                  <a:pt x="390675" y="9862"/>
                  <a:pt x="408230" y="27417"/>
                </a:cubicBezTo>
                <a:cubicBezTo>
                  <a:pt x="425785" y="44973"/>
                  <a:pt x="435647" y="68782"/>
                  <a:pt x="435647" y="93609"/>
                </a:cubicBezTo>
                <a:lnTo>
                  <a:pt x="435647" y="719191"/>
                </a:lnTo>
                <a:cubicBezTo>
                  <a:pt x="435647" y="744018"/>
                  <a:pt x="425785" y="767827"/>
                  <a:pt x="408230" y="785383"/>
                </a:cubicBezTo>
                <a:cubicBezTo>
                  <a:pt x="390675" y="802938"/>
                  <a:pt x="366865" y="812800"/>
                  <a:pt x="342038" y="812800"/>
                </a:cubicBezTo>
                <a:lnTo>
                  <a:pt x="93609" y="812800"/>
                </a:lnTo>
                <a:cubicBezTo>
                  <a:pt x="68782" y="812800"/>
                  <a:pt x="44973" y="802938"/>
                  <a:pt x="27417" y="785383"/>
                </a:cubicBezTo>
                <a:cubicBezTo>
                  <a:pt x="9862" y="767827"/>
                  <a:pt x="0" y="744018"/>
                  <a:pt x="0" y="719191"/>
                </a:cubicBezTo>
                <a:lnTo>
                  <a:pt x="0" y="93609"/>
                </a:lnTo>
                <a:cubicBezTo>
                  <a:pt x="0" y="68782"/>
                  <a:pt x="9862" y="44973"/>
                  <a:pt x="27417" y="27417"/>
                </a:cubicBezTo>
                <a:cubicBezTo>
                  <a:pt x="44973" y="9862"/>
                  <a:pt x="68782" y="0"/>
                  <a:pt x="93609" y="0"/>
                </a:cubicBezTo>
                <a:close/>
              </a:path>
            </a:pathLst>
          </a:custGeom>
          <a:solidFill>
            <a:srgbClr val="FF6600"/>
          </a:solidFill>
          <a:ln cap="sq">
            <a:noFill/>
            <a:prstDash val="solid"/>
            <a:miter/>
          </a:ln>
        </p:spPr>
        <p:txBody>
          <a:bodyPr vert="vert"/>
          <a:lstStyle/>
          <a:p>
            <a:pPr algn="ctr"/>
            <a:r>
              <a:rPr lang="en-IN" sz="3200" dirty="0"/>
              <a:t>TEAM ID</a:t>
            </a:r>
          </a:p>
        </p:txBody>
      </p:sp>
    </p:spTree>
    <p:extLst>
      <p:ext uri="{BB962C8B-B14F-4D97-AF65-F5344CB8AC3E}">
        <p14:creationId xmlns:p14="http://schemas.microsoft.com/office/powerpoint/2010/main" val="1813105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75B2E-7D65-2558-AB97-2B6E37D10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mrita Vishwa Vidyapeetham">
            <a:extLst>
              <a:ext uri="{FF2B5EF4-FFF2-40B4-BE49-F238E27FC236}">
                <a16:creationId xmlns:a16="http://schemas.microsoft.com/office/drawing/2014/main" id="{C7611BCC-1773-A0AB-3F52-40FCB99D6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210" y="232902"/>
            <a:ext cx="2170988" cy="740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D2132B-8963-6846-8A4E-77B80A2E15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68" t="25176" r="22903" b="29189"/>
          <a:stretch>
            <a:fillRect/>
          </a:stretch>
        </p:blipFill>
        <p:spPr>
          <a:xfrm>
            <a:off x="2487561" y="232902"/>
            <a:ext cx="1175812" cy="7404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5A31FC1-EB52-2A98-940B-9C1CE90606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4660" y="126615"/>
            <a:ext cx="996130" cy="9961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47B540-F281-9ACF-D46C-C4D39E11C625}"/>
              </a:ext>
            </a:extLst>
          </p:cNvPr>
          <p:cNvSpPr txBox="1"/>
          <p:nvPr/>
        </p:nvSpPr>
        <p:spPr>
          <a:xfrm>
            <a:off x="231210" y="1122745"/>
            <a:ext cx="6094070" cy="523220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en-US" sz="2800" b="1" dirty="0"/>
              <a:t>Innovation &amp; Uniqueness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72FD477-3BFF-49F5-BFD5-B490350B9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F93F78-05CA-4275-A3AB-A31952D9F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407F-D872-4F43-BB9E-BA85FF5E419F}" type="datetime1">
              <a:rPr lang="en-US" smtClean="0"/>
              <a:t>7/7/2026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609E49-57F0-4F29-BD50-EBA9F540A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7124-F9A8-4C4C-8347-73B464BFB200}" type="slidenum">
              <a:rPr lang="en-US" smtClean="0"/>
              <a:t>7</a:t>
            </a:fld>
            <a:r>
              <a:rPr lang="en-US" dirty="0"/>
              <a:t>/10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1DF68592-7F7F-4D73-AA5C-8974E1B89746}"/>
              </a:ext>
            </a:extLst>
          </p:cNvPr>
          <p:cNvSpPr/>
          <p:nvPr/>
        </p:nvSpPr>
        <p:spPr>
          <a:xfrm>
            <a:off x="-2075072" y="2566655"/>
            <a:ext cx="3521487" cy="1724689"/>
          </a:xfrm>
          <a:custGeom>
            <a:avLst/>
            <a:gdLst/>
            <a:ahLst/>
            <a:cxnLst/>
            <a:rect l="l" t="t" r="r" b="b"/>
            <a:pathLst>
              <a:path w="3386405" h="3133964">
                <a:moveTo>
                  <a:pt x="0" y="0"/>
                </a:moveTo>
                <a:lnTo>
                  <a:pt x="3386405" y="0"/>
                </a:lnTo>
                <a:lnTo>
                  <a:pt x="3386405" y="3133963"/>
                </a:lnTo>
                <a:lnTo>
                  <a:pt x="0" y="31339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9467FC22-EC66-4F38-81EB-5B7E2D471E22}"/>
              </a:ext>
            </a:extLst>
          </p:cNvPr>
          <p:cNvSpPr/>
          <p:nvPr/>
        </p:nvSpPr>
        <p:spPr>
          <a:xfrm>
            <a:off x="9455640" y="924764"/>
            <a:ext cx="812650" cy="812650"/>
          </a:xfrm>
          <a:custGeom>
            <a:avLst/>
            <a:gdLst/>
            <a:ahLst/>
            <a:cxnLst/>
            <a:rect l="l" t="t" r="r" b="b"/>
            <a:pathLst>
              <a:path w="812650" h="812650">
                <a:moveTo>
                  <a:pt x="0" y="0"/>
                </a:moveTo>
                <a:lnTo>
                  <a:pt x="812650" y="0"/>
                </a:lnTo>
                <a:lnTo>
                  <a:pt x="812650" y="812650"/>
                </a:lnTo>
                <a:lnTo>
                  <a:pt x="0" y="8126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2342B0D3-0D15-4A83-906E-DA3DB4819B2F}"/>
              </a:ext>
            </a:extLst>
          </p:cNvPr>
          <p:cNvSpPr/>
          <p:nvPr/>
        </p:nvSpPr>
        <p:spPr>
          <a:xfrm rot="16200000">
            <a:off x="6841202" y="-235415"/>
            <a:ext cx="996132" cy="1720188"/>
          </a:xfrm>
          <a:custGeom>
            <a:avLst/>
            <a:gdLst/>
            <a:ahLst/>
            <a:cxnLst/>
            <a:rect l="l" t="t" r="r" b="b"/>
            <a:pathLst>
              <a:path w="435647" h="812800">
                <a:moveTo>
                  <a:pt x="93609" y="0"/>
                </a:moveTo>
                <a:lnTo>
                  <a:pt x="342038" y="0"/>
                </a:lnTo>
                <a:cubicBezTo>
                  <a:pt x="366865" y="0"/>
                  <a:pt x="390675" y="9862"/>
                  <a:pt x="408230" y="27417"/>
                </a:cubicBezTo>
                <a:cubicBezTo>
                  <a:pt x="425785" y="44973"/>
                  <a:pt x="435647" y="68782"/>
                  <a:pt x="435647" y="93609"/>
                </a:cubicBezTo>
                <a:lnTo>
                  <a:pt x="435647" y="719191"/>
                </a:lnTo>
                <a:cubicBezTo>
                  <a:pt x="435647" y="744018"/>
                  <a:pt x="425785" y="767827"/>
                  <a:pt x="408230" y="785383"/>
                </a:cubicBezTo>
                <a:cubicBezTo>
                  <a:pt x="390675" y="802938"/>
                  <a:pt x="366865" y="812800"/>
                  <a:pt x="342038" y="812800"/>
                </a:cubicBezTo>
                <a:lnTo>
                  <a:pt x="93609" y="812800"/>
                </a:lnTo>
                <a:cubicBezTo>
                  <a:pt x="68782" y="812800"/>
                  <a:pt x="44973" y="802938"/>
                  <a:pt x="27417" y="785383"/>
                </a:cubicBezTo>
                <a:cubicBezTo>
                  <a:pt x="9862" y="767827"/>
                  <a:pt x="0" y="744018"/>
                  <a:pt x="0" y="719191"/>
                </a:cubicBezTo>
                <a:lnTo>
                  <a:pt x="0" y="93609"/>
                </a:lnTo>
                <a:cubicBezTo>
                  <a:pt x="0" y="68782"/>
                  <a:pt x="9862" y="44973"/>
                  <a:pt x="27417" y="27417"/>
                </a:cubicBezTo>
                <a:cubicBezTo>
                  <a:pt x="44973" y="9862"/>
                  <a:pt x="68782" y="0"/>
                  <a:pt x="93609" y="0"/>
                </a:cubicBezTo>
                <a:close/>
              </a:path>
            </a:pathLst>
          </a:custGeom>
          <a:solidFill>
            <a:srgbClr val="FF6600"/>
          </a:solidFill>
          <a:ln cap="sq">
            <a:noFill/>
            <a:prstDash val="solid"/>
            <a:miter/>
          </a:ln>
        </p:spPr>
        <p:txBody>
          <a:bodyPr vert="vert"/>
          <a:lstStyle/>
          <a:p>
            <a:pPr algn="ctr"/>
            <a:r>
              <a:rPr lang="en-IN" sz="3200" dirty="0"/>
              <a:t>TEAM ID</a:t>
            </a:r>
          </a:p>
        </p:txBody>
      </p:sp>
    </p:spTree>
    <p:extLst>
      <p:ext uri="{BB962C8B-B14F-4D97-AF65-F5344CB8AC3E}">
        <p14:creationId xmlns:p14="http://schemas.microsoft.com/office/powerpoint/2010/main" val="489218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D47EA-9701-D454-88A8-D4140D699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mrita Vishwa Vidyapeetham">
            <a:extLst>
              <a:ext uri="{FF2B5EF4-FFF2-40B4-BE49-F238E27FC236}">
                <a16:creationId xmlns:a16="http://schemas.microsoft.com/office/drawing/2014/main" id="{709B6AD6-1530-79A3-4199-2043B8B6E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210" y="232902"/>
            <a:ext cx="2170988" cy="740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86EC42-E57F-62B8-AB66-6F794D374C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68" t="25176" r="22903" b="29189"/>
          <a:stretch>
            <a:fillRect/>
          </a:stretch>
        </p:blipFill>
        <p:spPr>
          <a:xfrm>
            <a:off x="2487561" y="232902"/>
            <a:ext cx="1175812" cy="7404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F1BB4F2-90B0-C08D-3F63-30E0CAF4B4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4660" y="126615"/>
            <a:ext cx="996130" cy="9961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A32381-73BE-57F5-703C-1D99BC866586}"/>
              </a:ext>
            </a:extLst>
          </p:cNvPr>
          <p:cNvSpPr txBox="1"/>
          <p:nvPr/>
        </p:nvSpPr>
        <p:spPr>
          <a:xfrm>
            <a:off x="635459" y="1188434"/>
            <a:ext cx="2743200" cy="523220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en-US" sz="2800" b="1" dirty="0"/>
              <a:t>Conclusion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B78737-6B97-4719-8B56-2BB39E484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A51E4-2621-44CF-BCFD-9E5CD46A5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58FFD-C2E1-49A2-A166-CE588A14E06F}" type="datetime1">
              <a:rPr lang="en-US" smtClean="0"/>
              <a:t>7/7/2026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212CF-D683-449A-8AD4-CE930A67B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684318" cy="365125"/>
          </a:xfrm>
        </p:spPr>
        <p:txBody>
          <a:bodyPr/>
          <a:lstStyle/>
          <a:p>
            <a:fld id="{23CA7124-F9A8-4C4C-8347-73B464BFB200}" type="slidenum">
              <a:rPr lang="en-US" smtClean="0"/>
              <a:t>8</a:t>
            </a:fld>
            <a:r>
              <a:rPr lang="en-US" dirty="0"/>
              <a:t>/10</a:t>
            </a:r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4FC32377-E64C-4460-8E38-12E657D1C313}"/>
              </a:ext>
            </a:extLst>
          </p:cNvPr>
          <p:cNvSpPr/>
          <p:nvPr/>
        </p:nvSpPr>
        <p:spPr>
          <a:xfrm>
            <a:off x="-2075072" y="2844016"/>
            <a:ext cx="3195905" cy="1874318"/>
          </a:xfrm>
          <a:custGeom>
            <a:avLst/>
            <a:gdLst/>
            <a:ahLst/>
            <a:cxnLst/>
            <a:rect l="l" t="t" r="r" b="b"/>
            <a:pathLst>
              <a:path w="3386405" h="3133964">
                <a:moveTo>
                  <a:pt x="0" y="0"/>
                </a:moveTo>
                <a:lnTo>
                  <a:pt x="3386405" y="0"/>
                </a:lnTo>
                <a:lnTo>
                  <a:pt x="3386405" y="3133963"/>
                </a:lnTo>
                <a:lnTo>
                  <a:pt x="0" y="31339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D7C9BFA-C8DD-47E2-A363-EF87C82CB0E8}"/>
              </a:ext>
            </a:extLst>
          </p:cNvPr>
          <p:cNvSpPr/>
          <p:nvPr/>
        </p:nvSpPr>
        <p:spPr>
          <a:xfrm>
            <a:off x="9575875" y="899004"/>
            <a:ext cx="812650" cy="812650"/>
          </a:xfrm>
          <a:custGeom>
            <a:avLst/>
            <a:gdLst/>
            <a:ahLst/>
            <a:cxnLst/>
            <a:rect l="l" t="t" r="r" b="b"/>
            <a:pathLst>
              <a:path w="812650" h="812650">
                <a:moveTo>
                  <a:pt x="0" y="0"/>
                </a:moveTo>
                <a:lnTo>
                  <a:pt x="812650" y="0"/>
                </a:lnTo>
                <a:lnTo>
                  <a:pt x="812650" y="812650"/>
                </a:lnTo>
                <a:lnTo>
                  <a:pt x="0" y="8126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F8F41DF5-0DE6-4F82-931C-4616F5ED4581}"/>
              </a:ext>
            </a:extLst>
          </p:cNvPr>
          <p:cNvSpPr/>
          <p:nvPr/>
        </p:nvSpPr>
        <p:spPr>
          <a:xfrm rot="16200000">
            <a:off x="6841202" y="-235415"/>
            <a:ext cx="996132" cy="1720188"/>
          </a:xfrm>
          <a:custGeom>
            <a:avLst/>
            <a:gdLst/>
            <a:ahLst/>
            <a:cxnLst/>
            <a:rect l="l" t="t" r="r" b="b"/>
            <a:pathLst>
              <a:path w="435647" h="812800">
                <a:moveTo>
                  <a:pt x="93609" y="0"/>
                </a:moveTo>
                <a:lnTo>
                  <a:pt x="342038" y="0"/>
                </a:lnTo>
                <a:cubicBezTo>
                  <a:pt x="366865" y="0"/>
                  <a:pt x="390675" y="9862"/>
                  <a:pt x="408230" y="27417"/>
                </a:cubicBezTo>
                <a:cubicBezTo>
                  <a:pt x="425785" y="44973"/>
                  <a:pt x="435647" y="68782"/>
                  <a:pt x="435647" y="93609"/>
                </a:cubicBezTo>
                <a:lnTo>
                  <a:pt x="435647" y="719191"/>
                </a:lnTo>
                <a:cubicBezTo>
                  <a:pt x="435647" y="744018"/>
                  <a:pt x="425785" y="767827"/>
                  <a:pt x="408230" y="785383"/>
                </a:cubicBezTo>
                <a:cubicBezTo>
                  <a:pt x="390675" y="802938"/>
                  <a:pt x="366865" y="812800"/>
                  <a:pt x="342038" y="812800"/>
                </a:cubicBezTo>
                <a:lnTo>
                  <a:pt x="93609" y="812800"/>
                </a:lnTo>
                <a:cubicBezTo>
                  <a:pt x="68782" y="812800"/>
                  <a:pt x="44973" y="802938"/>
                  <a:pt x="27417" y="785383"/>
                </a:cubicBezTo>
                <a:cubicBezTo>
                  <a:pt x="9862" y="767827"/>
                  <a:pt x="0" y="744018"/>
                  <a:pt x="0" y="719191"/>
                </a:cubicBezTo>
                <a:lnTo>
                  <a:pt x="0" y="93609"/>
                </a:lnTo>
                <a:cubicBezTo>
                  <a:pt x="0" y="68782"/>
                  <a:pt x="9862" y="44973"/>
                  <a:pt x="27417" y="27417"/>
                </a:cubicBezTo>
                <a:cubicBezTo>
                  <a:pt x="44973" y="9862"/>
                  <a:pt x="68782" y="0"/>
                  <a:pt x="93609" y="0"/>
                </a:cubicBezTo>
                <a:close/>
              </a:path>
            </a:pathLst>
          </a:custGeom>
          <a:solidFill>
            <a:srgbClr val="FF6600"/>
          </a:solidFill>
          <a:ln cap="sq">
            <a:noFill/>
            <a:prstDash val="solid"/>
            <a:miter/>
          </a:ln>
        </p:spPr>
        <p:txBody>
          <a:bodyPr vert="vert"/>
          <a:lstStyle/>
          <a:p>
            <a:pPr algn="ctr"/>
            <a:r>
              <a:rPr lang="en-IN" sz="3200" dirty="0"/>
              <a:t>TEAM ID</a:t>
            </a:r>
          </a:p>
        </p:txBody>
      </p:sp>
    </p:spTree>
    <p:extLst>
      <p:ext uri="{BB962C8B-B14F-4D97-AF65-F5344CB8AC3E}">
        <p14:creationId xmlns:p14="http://schemas.microsoft.com/office/powerpoint/2010/main" val="2882447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D47EA-9701-D454-88A8-D4140D699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mrita Vishwa Vidyapeetham">
            <a:extLst>
              <a:ext uri="{FF2B5EF4-FFF2-40B4-BE49-F238E27FC236}">
                <a16:creationId xmlns:a16="http://schemas.microsoft.com/office/drawing/2014/main" id="{709B6AD6-1530-79A3-4199-2043B8B6E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210" y="232902"/>
            <a:ext cx="2170988" cy="740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86EC42-E57F-62B8-AB66-6F794D374C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68" t="25176" r="22903" b="29189"/>
          <a:stretch>
            <a:fillRect/>
          </a:stretch>
        </p:blipFill>
        <p:spPr>
          <a:xfrm>
            <a:off x="2487561" y="232902"/>
            <a:ext cx="1175812" cy="7404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F1BB4F2-90B0-C08D-3F63-30E0CAF4B4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4660" y="126615"/>
            <a:ext cx="996130" cy="9961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A32381-73BE-57F5-703C-1D99BC866586}"/>
              </a:ext>
            </a:extLst>
          </p:cNvPr>
          <p:cNvSpPr txBox="1"/>
          <p:nvPr/>
        </p:nvSpPr>
        <p:spPr>
          <a:xfrm>
            <a:off x="635459" y="1188434"/>
            <a:ext cx="2743200" cy="523220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en-US" sz="2800" b="1" dirty="0"/>
              <a:t>References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B78737-6B97-4719-8B56-2BB39E484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A51E4-2621-44CF-BCFD-9E5CD46A5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58FFD-C2E1-49A2-A166-CE588A14E06F}" type="datetime1">
              <a:rPr lang="en-US" smtClean="0"/>
              <a:t>7/7/2026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212CF-D683-449A-8AD4-CE930A67B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A7124-F9A8-4C4C-8347-73B464BFB200}" type="slidenum">
              <a:rPr lang="en-US" smtClean="0"/>
              <a:t>9</a:t>
            </a:fld>
            <a:r>
              <a:rPr lang="en-US" dirty="0"/>
              <a:t>/10</a:t>
            </a:r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4FC32377-E64C-4460-8E38-12E657D1C313}"/>
              </a:ext>
            </a:extLst>
          </p:cNvPr>
          <p:cNvSpPr/>
          <p:nvPr/>
        </p:nvSpPr>
        <p:spPr>
          <a:xfrm>
            <a:off x="-2075072" y="2844016"/>
            <a:ext cx="3195905" cy="1874318"/>
          </a:xfrm>
          <a:custGeom>
            <a:avLst/>
            <a:gdLst/>
            <a:ahLst/>
            <a:cxnLst/>
            <a:rect l="l" t="t" r="r" b="b"/>
            <a:pathLst>
              <a:path w="3386405" h="3133964">
                <a:moveTo>
                  <a:pt x="0" y="0"/>
                </a:moveTo>
                <a:lnTo>
                  <a:pt x="3386405" y="0"/>
                </a:lnTo>
                <a:lnTo>
                  <a:pt x="3386405" y="3133963"/>
                </a:lnTo>
                <a:lnTo>
                  <a:pt x="0" y="31339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D7C9BFA-C8DD-47E2-A363-EF87C82CB0E8}"/>
              </a:ext>
            </a:extLst>
          </p:cNvPr>
          <p:cNvSpPr/>
          <p:nvPr/>
        </p:nvSpPr>
        <p:spPr>
          <a:xfrm>
            <a:off x="9575875" y="899004"/>
            <a:ext cx="812650" cy="812650"/>
          </a:xfrm>
          <a:custGeom>
            <a:avLst/>
            <a:gdLst/>
            <a:ahLst/>
            <a:cxnLst/>
            <a:rect l="l" t="t" r="r" b="b"/>
            <a:pathLst>
              <a:path w="812650" h="812650">
                <a:moveTo>
                  <a:pt x="0" y="0"/>
                </a:moveTo>
                <a:lnTo>
                  <a:pt x="812650" y="0"/>
                </a:lnTo>
                <a:lnTo>
                  <a:pt x="812650" y="812650"/>
                </a:lnTo>
                <a:lnTo>
                  <a:pt x="0" y="8126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F8F41DF5-0DE6-4F82-931C-4616F5ED4581}"/>
              </a:ext>
            </a:extLst>
          </p:cNvPr>
          <p:cNvSpPr/>
          <p:nvPr/>
        </p:nvSpPr>
        <p:spPr>
          <a:xfrm rot="16200000">
            <a:off x="6841202" y="-235415"/>
            <a:ext cx="996132" cy="1720188"/>
          </a:xfrm>
          <a:custGeom>
            <a:avLst/>
            <a:gdLst/>
            <a:ahLst/>
            <a:cxnLst/>
            <a:rect l="l" t="t" r="r" b="b"/>
            <a:pathLst>
              <a:path w="435647" h="812800">
                <a:moveTo>
                  <a:pt x="93609" y="0"/>
                </a:moveTo>
                <a:lnTo>
                  <a:pt x="342038" y="0"/>
                </a:lnTo>
                <a:cubicBezTo>
                  <a:pt x="366865" y="0"/>
                  <a:pt x="390675" y="9862"/>
                  <a:pt x="408230" y="27417"/>
                </a:cubicBezTo>
                <a:cubicBezTo>
                  <a:pt x="425785" y="44973"/>
                  <a:pt x="435647" y="68782"/>
                  <a:pt x="435647" y="93609"/>
                </a:cubicBezTo>
                <a:lnTo>
                  <a:pt x="435647" y="719191"/>
                </a:lnTo>
                <a:cubicBezTo>
                  <a:pt x="435647" y="744018"/>
                  <a:pt x="425785" y="767827"/>
                  <a:pt x="408230" y="785383"/>
                </a:cubicBezTo>
                <a:cubicBezTo>
                  <a:pt x="390675" y="802938"/>
                  <a:pt x="366865" y="812800"/>
                  <a:pt x="342038" y="812800"/>
                </a:cubicBezTo>
                <a:lnTo>
                  <a:pt x="93609" y="812800"/>
                </a:lnTo>
                <a:cubicBezTo>
                  <a:pt x="68782" y="812800"/>
                  <a:pt x="44973" y="802938"/>
                  <a:pt x="27417" y="785383"/>
                </a:cubicBezTo>
                <a:cubicBezTo>
                  <a:pt x="9862" y="767827"/>
                  <a:pt x="0" y="744018"/>
                  <a:pt x="0" y="719191"/>
                </a:cubicBezTo>
                <a:lnTo>
                  <a:pt x="0" y="93609"/>
                </a:lnTo>
                <a:cubicBezTo>
                  <a:pt x="0" y="68782"/>
                  <a:pt x="9862" y="44973"/>
                  <a:pt x="27417" y="27417"/>
                </a:cubicBezTo>
                <a:cubicBezTo>
                  <a:pt x="44973" y="9862"/>
                  <a:pt x="68782" y="0"/>
                  <a:pt x="93609" y="0"/>
                </a:cubicBezTo>
                <a:close/>
              </a:path>
            </a:pathLst>
          </a:custGeom>
          <a:solidFill>
            <a:srgbClr val="FF6600"/>
          </a:solidFill>
          <a:ln cap="sq">
            <a:noFill/>
            <a:prstDash val="solid"/>
            <a:miter/>
          </a:ln>
        </p:spPr>
        <p:txBody>
          <a:bodyPr vert="vert"/>
          <a:lstStyle/>
          <a:p>
            <a:pPr algn="ctr"/>
            <a:r>
              <a:rPr lang="en-IN" sz="3200" dirty="0"/>
              <a:t>TEAM ID</a:t>
            </a:r>
          </a:p>
        </p:txBody>
      </p:sp>
    </p:spTree>
    <p:extLst>
      <p:ext uri="{BB962C8B-B14F-4D97-AF65-F5344CB8AC3E}">
        <p14:creationId xmlns:p14="http://schemas.microsoft.com/office/powerpoint/2010/main" val="1359511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934D5-90E4-B9BE-755C-DB5EEFA60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mrita Vishwa Vidyapeetham">
            <a:extLst>
              <a:ext uri="{FF2B5EF4-FFF2-40B4-BE49-F238E27FC236}">
                <a16:creationId xmlns:a16="http://schemas.microsoft.com/office/drawing/2014/main" id="{AD0C1330-E6BE-0C53-DB54-FCE16ED9F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210" y="232902"/>
            <a:ext cx="2170988" cy="740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C99942-F8DE-9F9C-C999-A12CE66602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68" t="25176" r="22903" b="29189"/>
          <a:stretch>
            <a:fillRect/>
          </a:stretch>
        </p:blipFill>
        <p:spPr>
          <a:xfrm>
            <a:off x="2487561" y="232902"/>
            <a:ext cx="1175812" cy="7404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DC30E2-C354-D60B-3351-85F219377B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4660" y="126615"/>
            <a:ext cx="996130" cy="9961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A72B41-A296-FC9C-2AFE-411FE4EB54BD}"/>
              </a:ext>
            </a:extLst>
          </p:cNvPr>
          <p:cNvSpPr txBox="1"/>
          <p:nvPr/>
        </p:nvSpPr>
        <p:spPr>
          <a:xfrm>
            <a:off x="3768848" y="2828835"/>
            <a:ext cx="6133687" cy="1569660"/>
          </a:xfrm>
          <a:prstGeom prst="rect">
            <a:avLst/>
          </a:prstGeom>
          <a:noFill/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r>
              <a:rPr lang="en-US" sz="9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1AD412-5BF6-4802-AF7A-10E8F3E4D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F3425-D589-4F9B-89AC-4A1295C55BD3}" type="datetime1">
              <a:rPr lang="en-US" smtClean="0"/>
              <a:t>7/7/2026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2CAA0-94AF-4DB3-8674-737C7CB9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3CA7124-F9A8-4C4C-8347-73B464BFB200}" type="slidenum">
              <a:rPr lang="en-US" smtClean="0"/>
              <a:t>10</a:t>
            </a:fld>
            <a:r>
              <a:rPr lang="en-US" dirty="0"/>
              <a:t>/</a:t>
            </a:r>
            <a:fld id="{A28B9887-A3AD-485D-82C8-57853172764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201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68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Archivo Black</vt:lpstr>
      <vt:lpstr>Arial</vt:lpstr>
      <vt:lpstr>Calibri</vt:lpstr>
      <vt:lpstr>TT Firs Neue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KAPA YASHWANTH-[NC.SC.U4CSE24209]</dc:creator>
  <cp:lastModifiedBy>sarath l</cp:lastModifiedBy>
  <cp:revision>13</cp:revision>
  <dcterms:created xsi:type="dcterms:W3CDTF">2026-07-07T05:16:05Z</dcterms:created>
  <dcterms:modified xsi:type="dcterms:W3CDTF">2026-07-07T10:57:47Z</dcterms:modified>
</cp:coreProperties>
</file>